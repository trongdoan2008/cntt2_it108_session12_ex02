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CA311"/>
                </a:solidFill>
                <a:latin typeface="Aptos"/>
              </a:defRPr>
            </a:pPr>
            <a:r>
              <a:t>PTIT-LEARNING  /  GIỚI THIỆU TÍNH NĂNG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LỚP HỌC 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Học trực tuyến tương tác – mọi lúc, mọi nơi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3154680" cy="2057400"/>
          </a:xfrm>
          <a:prstGeom prst="roundRect">
            <a:avLst/>
          </a:prstGeom>
          <a:solidFill>
            <a:srgbClr val="1F304E"/>
          </a:solidFill>
          <a:ln w="1905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1272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CA31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547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HỌC TRỰC TUYẾN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977639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Tham gia lớp học bằng liên kết hoặc mã lớp.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926080"/>
            <a:ext cx="3154680" cy="2057400"/>
          </a:xfrm>
          <a:prstGeom prst="roundRect">
            <a:avLst/>
          </a:prstGeom>
          <a:solidFill>
            <a:srgbClr val="1F304E"/>
          </a:solidFill>
          <a:ln w="1905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1272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CA31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547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TƯƠNG TÁC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977639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Chat, bảng trắng và chia sẻ màn hình.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926080"/>
            <a:ext cx="3154680" cy="2057400"/>
          </a:xfrm>
          <a:prstGeom prst="roundRect">
            <a:avLst/>
          </a:prstGeom>
          <a:solidFill>
            <a:srgbClr val="1F304E"/>
          </a:solidFill>
          <a:ln w="1905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31272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CA31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547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THEO DÕI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977639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Điểm danh, ghi hình và xem lại bài học.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CA311"/>
                </a:solidFill>
                <a:latin typeface="Aptos"/>
              </a:defRPr>
            </a:pPr>
            <a:r>
              <a:t>Đơn giản  •  An toàn  •  Kết nối hiệu quả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PTIT-Learning | Giới thiệu nền tảng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